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640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binxai-mltraining-uw8gvrchftbfti8nldhlmu.streamlit.app/?subject=banking%20intent%20classific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Banking77 Customer Intent Classifier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customer messages to a live, public prediction app.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Thimar Arda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— Final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989320"/>
            <a:ext cx="566928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banking77-intent.streamlit.app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teams can't manually triage every message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74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receive huge volumes of free-text customer queries.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17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must be routed to the right team — cards, payments, top-ups, accounts — before anyone can help.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160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automatically classify a message into one of 77 specific banking intents,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Banking77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13,083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queries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8" name="Text 6"/>
          <p:cNvSpPr txBox="1"/>
          <p:nvPr/>
        </p:nvSpPr>
        <p:spPr>
          <a:xfrm>
            <a:off x="425196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intent 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1" name="Text 9"/>
          <p:cNvSpPr txBox="1"/>
          <p:nvPr/>
        </p:nvSpPr>
        <p:spPr>
          <a:xfrm>
            <a:off x="795528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PolyAI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banking dataset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5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classes are semantically close — e.g. card_arrival vs. card_delivery_estimate — making this a genuinely hard 77-way classification problem, not a toy task.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showed before modeling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short, informal, real customer phrasing — not clean, templated text.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1272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sizes vary across the 77 intents, so a naive "guess the biggest class" baseline performs very poorly.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3616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matters: "payment not received" and "payment received" must be treated very differently — this shaped preprocessing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a deployed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punctuation, tokenize, remove stopwords (except negations), lemmatize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0" name="Shape 8"/>
          <p:cNvSpPr/>
          <p:nvPr/>
        </p:nvSpPr>
        <p:spPr>
          <a:xfrm>
            <a:off x="361188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1" name="Text 9"/>
          <p:cNvSpPr txBox="1"/>
          <p:nvPr/>
        </p:nvSpPr>
        <p:spPr>
          <a:xfrm>
            <a:off x="36118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of cleaned text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6" name="Text 14"/>
          <p:cNvSpPr txBox="1"/>
          <p:nvPr/>
        </p:nvSpPr>
        <p:spPr>
          <a:xfrm>
            <a:off x="6446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fast, small, deploys reliably on free hosting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DF3E7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20" name="Shape 18"/>
          <p:cNvSpPr/>
          <p:nvPr/>
        </p:nvSpPr>
        <p:spPr>
          <a:xfrm>
            <a:off x="9281160" y="2377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21" name="Text 19"/>
          <p:cNvSpPr txBox="1"/>
          <p:nvPr/>
        </p:nvSpPr>
        <p:spPr>
          <a:xfrm>
            <a:off x="92811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DistilBERT transformer was also tested — higher accuracy, but far heavier to deploy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correctly identifies intent 86 times out of 100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8" name="Text 6"/>
          <p:cNvSpPr txBox="1"/>
          <p:nvPr/>
        </p:nvSpPr>
        <p:spPr>
          <a:xfrm>
            <a:off x="333756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~1.3%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random-guess baseline</a:t>
            </a:r>
            <a:endParaRPr lang="en-US" sz="1100" dirty="0"/>
          </a:p>
        </p:txBody>
      </p:sp>
      <p:pic>
        <p:nvPicPr>
          <p:cNvPr id="10" name="Image 0" descr="/home/claude/pptx_build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132" y="1554480"/>
            <a:ext cx="4140180" cy="3794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500132" y="5394960"/>
            <a:ext cx="41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= correct predictions dominate across all 77 classes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834640"/>
            <a:ext cx="66771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86 out of every 100 customer messages, the system routes them to the correct team automatically — with no human triage needed.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ERROR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gets confused</a:t>
            </a:r>
            <a:endParaRPr lang="en-US" sz="3200" dirty="0"/>
          </a:p>
        </p:txBody>
      </p:sp>
      <p:pic>
        <p:nvPicPr>
          <p:cNvPr id="4" name="Image 0" descr="/home/claude/pptx_build/feature_import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828800"/>
            <a:ext cx="8778240" cy="49601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05356" y="6880393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most-confused intent pairs — nearly all involve genuinely similar real-world meanings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 prediction — SHAP analysis</a:t>
            </a:r>
            <a:endParaRPr lang="en-US" sz="3200" dirty="0"/>
          </a:p>
        </p:txBody>
      </p:sp>
      <p:pic>
        <p:nvPicPr>
          <p:cNvPr id="4" name="Image 0" descr="/home/claude/pptx_build/SHAP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786" y="1600200"/>
            <a:ext cx="51353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069586" y="5852160"/>
            <a:ext cx="6049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by mean SHAP value — "card", "exchange", "rate", "not" drive the most predictions across classes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prediction,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7315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at: banking77-intent.streamlit.app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"I do not recognize this payment."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card_payment_not_recognised  (confident)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ar-JO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"I want a new account"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terminate_account  (confident)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PART 2 (EDGE CASE)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the model has no signal?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limitation found during testing: gibberish or unseen vocabulary produced an all-zero feature vector, and the model still had to output something — silently guessing a default class.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FDF3E7"/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ar-JO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"2222222."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unknown (not confident) — guardrail added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app now explicitly flags zero-signal inputs instead of returning a fabricated, confident-looking answer.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299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model reached higher accuracy (~92%) but is heavier to deploy on free hosting — a natural next step with better infrastructure.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9008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7" name="Text 5"/>
          <p:cNvSpPr txBox="1"/>
          <p:nvPr/>
        </p:nvSpPr>
        <p:spPr>
          <a:xfrm>
            <a:off x="960120" y="2834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guardrail only catches zero-signal inputs, not short ambiguous ones that are still confidently wrong.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9" name="Text 7"/>
          <p:cNvSpPr txBox="1"/>
          <p:nvPr/>
        </p:nvSpPr>
        <p:spPr>
          <a:xfrm>
            <a:off x="96012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confusion persists among semantically similar intents.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91032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ar-JO"/>
          </a:p>
        </p:txBody>
      </p:sp>
      <p:sp>
        <p:nvSpPr>
          <p:cNvPr id="11" name="Text 9"/>
          <p:cNvSpPr txBox="1"/>
          <p:nvPr/>
        </p:nvSpPr>
        <p:spPr>
          <a:xfrm>
            <a:off x="960120" y="4754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 yet to capture real user corrections for retraining.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public product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covered the full pipeline — EDA, preprocessing, modeling, evaluation, serialization, an API, a UI, and public deployment — while surfacing and fixing real issues along the way, from training/serving skew to deployment-only bugs.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677</Words>
  <Application>Microsoft Office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Thimar Nooraddeen Mohammad Arda</cp:lastModifiedBy>
  <cp:revision>4</cp:revision>
  <dcterms:created xsi:type="dcterms:W3CDTF">2026-09-20T16:10:29Z</dcterms:created>
  <dcterms:modified xsi:type="dcterms:W3CDTF">2026-09-20T16:21:38Z</dcterms:modified>
</cp:coreProperties>
</file>